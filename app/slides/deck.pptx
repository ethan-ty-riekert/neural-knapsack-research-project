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17320"/>
            <a:ext cx="82296" cy="228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258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400">
                <a:solidFill>
                  <a:srgbClr val="FFFFFF"/>
                </a:solidFill>
                <a:latin typeface="Segoe UI Semibold"/>
              </a:rPr>
              <a:t>Can reinforcement learning beat the best scheduling rule?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94760"/>
            <a:ext cx="9326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B9C6D8"/>
                </a:solidFill>
                <a:latin typeface="Segoe UI"/>
              </a:rPr>
              <a:t>We trained neural networks to schedule cloud jobs. They learned to copy good rules of thumb, but on fresh test instances none was significantly better than the best rule.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8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6236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9AABC2"/>
                </a:solidFill>
                <a:latin typeface="Segoe UI"/>
              </a:rPr>
              <a:t>Ty Riekert   |   Curtin University, Year 3 research project   |   Supervisors: Elham Mardaneh, Tony Mathew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0B1F3A"/>
                </a:solidFill>
                <a:latin typeface="Segoe UI Semibold"/>
              </a:rPr>
              <a:t>Deciding what to run first, and where, shows up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Our test case: cloud computing jobs on a group of machines. The same structure appears in the fields on the right (by analogy; we tested only the cloud case).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25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2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1F3A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B2533"/>
                </a:solidFill>
                <a:latin typeface="Segoe UI"/>
              </a:rPr>
              <a:t>Work arrives over time, each piece with a deadline and a cost if it is late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B2533"/>
                </a:solidFill>
                <a:latin typeface="Segoe UI"/>
              </a:rPr>
              <a:t>Something must decide which piece goes next and on which machine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B2533"/>
                </a:solidFill>
                <a:latin typeface="Segoe UI"/>
              </a:rPr>
              <a:t>Good choices mean fewer late jobs and less energy spent keeping machines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9496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28232" y="1783080"/>
            <a:ext cx="822960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1F3A"/>
                </a:solidFill>
                <a:latin typeface="Segoe UI Semibold"/>
              </a:rPr>
              <a:t>Same problem, other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788920"/>
            <a:ext cx="109728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7432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0B1F3A"/>
                </a:solidFill>
                <a:latin typeface="Segoe UI Semibold"/>
              </a:rPr>
              <a:t>Data centres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5409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which task runs where, and when machines can be switched 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611879"/>
            <a:ext cx="109728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5661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0B1F3A"/>
                </a:solidFill>
                <a:latin typeface="Segoe UI Semibold"/>
              </a:rPr>
              <a:t>Hospitals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770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which operation or scan comes next, in which 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434840"/>
            <a:ext cx="109728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3891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0B1F3A"/>
                </a:solidFill>
                <a:latin typeface="Segoe UI Semibold"/>
              </a:rPr>
              <a:t>Factories and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70001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which order is built or delivered 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257800"/>
            <a:ext cx="109728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2120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0B1F3A"/>
                </a:solidFill>
                <a:latin typeface="Segoe UI Semibold"/>
              </a:rPr>
              <a:t>Cloud cost and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522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a business can trade lateness against running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WHAT WE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0B1F3A"/>
                </a:solidFill>
                <a:latin typeface="Segoe UI Semibold"/>
              </a:rPr>
              <a:t>We compared classic rules with a neural network that learns to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Rules named in the report: EDF (earliest deadline first), MDC, COVERT, WLST, ATC. PPO is the reinforcement learning method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25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3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Classic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Simple, fast recipes such as "do the most urgent job first". Used in practice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515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A learned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A neural network trained by trial and error (reinforcement learning), or first taught by copying a rule, then improved.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783080"/>
            <a:ext cx="35204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1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A fair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Both tried on 50 fresh test cases that no design decision had ever seen, scored on lateness, late jobs and energy.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927080" cy="10058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85232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Segoe UI Semibold"/>
              </a:rPr>
              <a:t>The question: can the learned scheduler beat the best classic rule?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0B1F3A"/>
                </a:solidFill>
                <a:latin typeface="Segoe UI Semibold"/>
              </a:rPr>
              <a:t>No learned scheduler was significantly better than the best classic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Online, 10 machines, load 0.95; 50 fresh test cases; exploratory results; 10 training runs per learned setting.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25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4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76352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ult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7360920" cy="43245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0" y="1920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E87A2E"/>
                </a:solidFill>
                <a:latin typeface="Segoe UI Semibold"/>
              </a:rPr>
              <a:t>0 of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7860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learned setups significantly better than the best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2A78D6"/>
                </a:solidFill>
                <a:latin typeface="Segoe UI Semibold"/>
              </a:rPr>
              <a:t>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959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copies of a rule finish near it; extra training did not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>
                <a:solidFill>
                  <a:srgbClr val="2A78D6"/>
                </a:solidFill>
                <a:latin typeface="Segoe UI Semibold"/>
              </a:rPr>
              <a:t>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41324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F6B7A"/>
                </a:solidFill>
                <a:latin typeface="Segoe UI"/>
              </a:rPr>
              <a:t>learning from scratch varied a lot between runs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0B1F3A"/>
                </a:solidFill>
                <a:latin typeface="Segoe UI Semibold"/>
              </a:rPr>
              <a:t>Which scheduler is best for what you care about?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3825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5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Choose the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How busy the machines are, how tight the deadlines are, online or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5204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515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Choose what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91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Energy, lateness, or your own weighted mix of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783080"/>
            <a:ext cx="35204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94191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0B1F3A"/>
                </a:solidFill>
                <a:latin typeface="Segoe UI Semibold"/>
              </a:rPr>
              <a:t>Press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918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F6B7A"/>
                </a:solidFill>
                <a:latin typeface="Segoe UI"/>
              </a:rPr>
              <a:t>The two best rules race the two best learned models; 100% = the best score of that scenario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8FB8EE"/>
                </a:solidFill>
                <a:latin typeface="Segoe UI Semibold"/>
              </a:rPr>
              <a:t>Things to notice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The winner changes with the goal and with the load. Learned models are mostly copies of a rule, so they finish beside it. What would you weight?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0B1F3A"/>
                </a:solidFill>
                <a:latin typeface="Segoe UI Semibold"/>
              </a:rPr>
              <a:t>Skills built this year, honest limits,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Details and per-seed values: Future/research/2026-10-21-final-week-findings.md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8251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50">
                <a:solidFill>
                  <a:srgbClr val="5F6B7A"/>
                </a:solidFill>
                <a:latin typeface="Segoe UI"/>
              </a:rPr>
              <a:t>6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1F3A"/>
                </a:solidFill>
                <a:latin typeface="Segoe UI Semibold"/>
              </a:rPr>
              <a:t>Skills developed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Reinforcement learning and imitation (PPO, behaviour cloning)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Experiment design: fresh test sets, paired comparisons, pre-set wording rules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Research software: queued training runs, reproducible results archive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Communicating negative results honestly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83080"/>
            <a:ext cx="356616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82312" y="1783080"/>
            <a:ext cx="822960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1F3A"/>
                </a:solidFill>
                <a:latin typeface="Segoe UI Semibold"/>
              </a:rPr>
              <a:t>Honest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70048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Few training runs per setting (3-10)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Best rule was picked on the original test set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Extra training tried at one tuned setting only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Exploratory, not proof that RL cannot win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32461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7072" y="1783080"/>
            <a:ext cx="82296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031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1F3A"/>
                </a:solidFill>
                <a:latin typeface="Segoe UI Semibold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70048"/>
            <a:ext cx="2788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One objective that weights all metrics together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Explain why from-scratch learning is unstable</a:t>
            </a:r>
          </a:p>
          <a:p>
            <a:pPr>
              <a:spcAft>
                <a:spcPts val="1100"/>
              </a:spcAft>
            </a:pPr>
            <a:r>
              <a:rPr sz="1550">
                <a:solidFill>
                  <a:srgbClr val="1B2533"/>
                </a:solidFill>
                <a:latin typeface="Segoe UI"/>
              </a:rPr>
              <a:t>[Add your own career goal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